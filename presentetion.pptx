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9" r:id="rId3"/>
    <p:sldId id="260" r:id="rId4"/>
    <p:sldId id="261" r:id="rId5"/>
    <p:sldId id="262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7"/>
  </p:normalViewPr>
  <p:slideViewPr>
    <p:cSldViewPr snapToGrid="0">
      <p:cViewPr varScale="1">
        <p:scale>
          <a:sx n="163" d="100"/>
          <a:sy n="163" d="100"/>
        </p:scale>
        <p:origin x="184" y="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/>
            <a:r>
              <a:rPr lang="en-GB" b="1" dirty="0">
                <a:solidFill>
                  <a:schemeClr val="lt1"/>
                </a:solidFill>
              </a:rPr>
              <a:t>C++ Library Management System</a:t>
            </a:r>
          </a:p>
          <a:p>
            <a:pPr marL="0" lvl="0" indent="0"/>
            <a:endParaRPr lang="en-GB" sz="832" b="1" dirty="0">
              <a:solidFill>
                <a:schemeClr val="lt1"/>
              </a:solidFill>
            </a:endParaRPr>
          </a:p>
          <a:p>
            <a:pPr marL="0" lvl="0" indent="0"/>
            <a:r>
              <a:rPr lang="en-GB" sz="832" b="1" dirty="0">
                <a:solidFill>
                  <a:schemeClr val="lt1"/>
                </a:solidFill>
              </a:rPr>
              <a:t>By Yash Tambade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D88BF-61D0-19FD-CC27-DE1AB1FBC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Problem Statement</a:t>
            </a:r>
            <a:br>
              <a:rPr lang="en-GB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DBEDB-D0CC-5ECE-4F74-F6D272B6D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Libraries need a system to </a:t>
            </a:r>
            <a:r>
              <a:rPr lang="en-IN" sz="1600" b="1" dirty="0"/>
              <a:t>manage books efficiently</a:t>
            </a:r>
            <a:r>
              <a:rPr lang="en-IN" sz="1600" dirty="0"/>
              <a:t>.</a:t>
            </a:r>
            <a:br>
              <a:rPr lang="en-IN" sz="1600" dirty="0"/>
            </a:br>
            <a:r>
              <a:rPr lang="en-IN" sz="1600" dirty="0"/>
              <a:t>Manual management of books can cause problems such as:</a:t>
            </a:r>
          </a:p>
          <a:p>
            <a:r>
              <a:rPr lang="en-IN" sz="1600" dirty="0"/>
              <a:t>Difficulty tracking issued books</a:t>
            </a:r>
          </a:p>
          <a:p>
            <a:r>
              <a:rPr lang="en-IN" sz="1600" dirty="0"/>
              <a:t>Time-consuming record management</a:t>
            </a:r>
          </a:p>
          <a:p>
            <a:r>
              <a:rPr lang="en-IN" sz="1600" dirty="0"/>
              <a:t>Errors in maintaining book information</a:t>
            </a:r>
          </a:p>
          <a:p>
            <a:r>
              <a:rPr lang="en-IN" sz="1600" dirty="0"/>
              <a:t>Therefore, a </a:t>
            </a:r>
            <a:r>
              <a:rPr lang="en-IN" sz="1600" b="1" dirty="0"/>
              <a:t>simple digital system</a:t>
            </a:r>
            <a:r>
              <a:rPr lang="en-IN" sz="1600" dirty="0"/>
              <a:t> is required to manage library books using programming.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6ED3B0BA-F50D-78D7-921A-93A13DE9DE8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602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F897-9C08-558C-A020-2A551085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solution</a:t>
            </a:r>
            <a:br>
              <a:rPr lang="en-GB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A9FC3-3CEF-3873-B4D1-831F5D3F4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To solve this problem, we developed a </a:t>
            </a:r>
            <a:r>
              <a:rPr lang="en-IN" sz="1600" b="1" dirty="0"/>
              <a:t>Library Management System using C++</a:t>
            </a:r>
            <a:r>
              <a:rPr lang="en-IN" sz="1600" dirty="0"/>
              <a:t>.</a:t>
            </a:r>
          </a:p>
          <a:p>
            <a:r>
              <a:rPr lang="en-IN" sz="1600" dirty="0"/>
              <a:t>The program provides the following features:</a:t>
            </a:r>
          </a:p>
          <a:p>
            <a:r>
              <a:rPr lang="en-IN" sz="1600" dirty="0"/>
              <a:t>Add new books to the library</a:t>
            </a:r>
          </a:p>
          <a:p>
            <a:r>
              <a:rPr lang="en-IN" sz="1600" dirty="0"/>
              <a:t>Issue books to users</a:t>
            </a:r>
          </a:p>
          <a:p>
            <a:r>
              <a:rPr lang="en-IN" sz="1600" dirty="0"/>
              <a:t>Return issued books</a:t>
            </a:r>
          </a:p>
          <a:p>
            <a:r>
              <a:rPr lang="en-IN" sz="1600" dirty="0"/>
              <a:t>Display all available books</a:t>
            </a:r>
          </a:p>
          <a:p>
            <a:r>
              <a:rPr lang="en-IN" sz="1600" dirty="0"/>
              <a:t>The system uses </a:t>
            </a:r>
            <a:r>
              <a:rPr lang="en-IN" sz="1600" b="1" dirty="0"/>
              <a:t>Object-Oriented Programming concepts</a:t>
            </a:r>
            <a:r>
              <a:rPr lang="en-IN" sz="1600" dirty="0"/>
              <a:t> such as classes and functions to manage book records.</a:t>
            </a:r>
          </a:p>
          <a:p>
            <a:endParaRPr lang="en-US" sz="16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97CC184E-1B7D-85E0-C853-1A848E06985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735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420E-3EDE-0B71-A84C-F953C8D0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Working (Method/Mind map)</a:t>
            </a:r>
            <a:br>
              <a:rPr lang="en-GB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0E0B6-AF7A-4B42-7431-A809E4706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227754"/>
            <a:ext cx="8520600" cy="134112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400" dirty="0"/>
              <a:t>Key components used:</a:t>
            </a:r>
          </a:p>
          <a:p>
            <a:r>
              <a:rPr lang="en-IN" sz="1200" b="1" dirty="0"/>
              <a:t>Class:</a:t>
            </a:r>
            <a:r>
              <a:rPr lang="en-IN" sz="1200" dirty="0"/>
              <a:t> Book</a:t>
            </a:r>
          </a:p>
          <a:p>
            <a:r>
              <a:rPr lang="en-IN" sz="1200" b="1" dirty="0"/>
              <a:t>Attributes:</a:t>
            </a:r>
            <a:r>
              <a:rPr lang="en-IN" sz="1200" dirty="0"/>
              <a:t> ID, Title, Author, Issue Status</a:t>
            </a:r>
          </a:p>
          <a:p>
            <a:r>
              <a:rPr lang="en-IN" sz="1200" b="1" dirty="0"/>
              <a:t>Functions:</a:t>
            </a:r>
            <a:r>
              <a:rPr lang="en-IN" sz="1200" dirty="0"/>
              <a:t> addBook(), display()</a:t>
            </a:r>
          </a:p>
          <a:p>
            <a:endParaRPr lang="en-US" sz="14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5D85A51C-EE89-5274-C1E2-A829DBB2BA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diagram of a program&#10;&#10;AI-generated content may be incorrect.">
            <a:extLst>
              <a:ext uri="{FF2B5EF4-FFF2-40B4-BE49-F238E27FC236}">
                <a16:creationId xmlns:a16="http://schemas.microsoft.com/office/drawing/2014/main" id="{39B32C6A-0076-37A4-F4E0-F7A8994F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683" y="445025"/>
            <a:ext cx="4670932" cy="299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5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4FA1-30D9-FD04-62CF-C1843774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Conclusion</a:t>
            </a:r>
            <a:br>
              <a:rPr lang="en-GB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73601-CCE8-9AE4-C18D-A1A707098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400" dirty="0"/>
              <a:t>The Library Management System simplifies the process of managing books in a library.</a:t>
            </a:r>
          </a:p>
          <a:p>
            <a:r>
              <a:rPr lang="en-IN" sz="1400" dirty="0"/>
              <a:t>Benefits of the system:</a:t>
            </a:r>
          </a:p>
          <a:p>
            <a:r>
              <a:rPr lang="en-IN" sz="1400" dirty="0"/>
              <a:t>Easy to store book records</a:t>
            </a:r>
          </a:p>
          <a:p>
            <a:r>
              <a:rPr lang="en-IN" sz="1400" dirty="0"/>
              <a:t>Simple issuing and returning process</a:t>
            </a:r>
          </a:p>
          <a:p>
            <a:r>
              <a:rPr lang="en-IN" sz="1400" dirty="0"/>
              <a:t>Quick display of available books</a:t>
            </a:r>
          </a:p>
          <a:p>
            <a:r>
              <a:rPr lang="en-IN" sz="1400" dirty="0"/>
              <a:t>Future improvements can include:</a:t>
            </a:r>
          </a:p>
          <a:p>
            <a:r>
              <a:rPr lang="en-IN" sz="1400" dirty="0"/>
              <a:t>File storage or database integration</a:t>
            </a:r>
          </a:p>
          <a:p>
            <a:r>
              <a:rPr lang="en-IN" sz="1400" dirty="0"/>
              <a:t>User login system</a:t>
            </a:r>
          </a:p>
          <a:p>
            <a:r>
              <a:rPr lang="en-IN" sz="1400" dirty="0"/>
              <a:t>Graphical user interface (GUI)</a:t>
            </a:r>
          </a:p>
          <a:p>
            <a:endParaRPr lang="en-US" sz="1400" dirty="0"/>
          </a:p>
        </p:txBody>
      </p:sp>
      <p:pic>
        <p:nvPicPr>
          <p:cNvPr id="4" name="Google Shape;62;p14" title="images.jpeg">
            <a:extLst>
              <a:ext uri="{FF2B5EF4-FFF2-40B4-BE49-F238E27FC236}">
                <a16:creationId xmlns:a16="http://schemas.microsoft.com/office/drawing/2014/main" id="{7CE84C29-9E4D-150F-9882-338D65EC38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t="6110"/>
          <a:stretch>
            <a:fillRect/>
          </a:stretch>
        </p:blipFill>
        <p:spPr>
          <a:xfrm>
            <a:off x="7914199" y="4048369"/>
            <a:ext cx="918100" cy="862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186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Macintosh PowerPoint</Application>
  <PresentationFormat>On-screen Show (16:9)</PresentationFormat>
  <Paragraphs>33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Problem Statement </vt:lpstr>
      <vt:lpstr>solution </vt:lpstr>
      <vt:lpstr>Working (Method/Mind map)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tambade</cp:lastModifiedBy>
  <cp:revision>1</cp:revision>
  <dcterms:modified xsi:type="dcterms:W3CDTF">2026-03-09T19:21:35Z</dcterms:modified>
</cp:coreProperties>
</file>